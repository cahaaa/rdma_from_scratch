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COURSE  ·  2026.10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从自研网卡到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NVIDIA ConnectX-6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358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使用差异分析与 CX6 文档地图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22191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9D4E2"/>
                </a:solidFill>
                <a:latin typeface="Microsoft YaHei"/>
                <a:ea typeface="Microsoft YaHei"/>
                <a:cs typeface="Microsoft YaHei"/>
              </a:rPr>
              <a:t>为什么“CX6 使用说明”找不到  ·  差异通常落在哪 12 个地方  ·  一份可直接照做的文档清单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846320"/>
            <a:ext cx="1783080" cy="384048"/>
          </a:xfrm>
          <a:prstGeom prst="roundRect">
            <a:avLst>
              <a:gd name="adj" fmla="val 8000"/>
            </a:avLst>
          </a:prstGeom>
          <a:solidFill>
            <a:srgbClr val="163258"/>
          </a:solidFill>
          <a:ln w="952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491032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 个差异落点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2" y="4846320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63258"/>
          </a:solidFill>
          <a:ln w="952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4910328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层文档地图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2584" y="4846320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163258"/>
          </a:solidFill>
          <a:ln w="952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4910328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 分钟检查单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FA6C0"/>
                </a:solidFill>
                <a:latin typeface="Microsoft YaHei"/>
                <a:ea typeface="Microsoft YaHei"/>
                <a:cs typeface="Microsoft YaHei"/>
              </a:rPr>
              <a:t>讲义 · 幻灯片 · 文档地图  |  适用于网络/云/存储方向的架构、驱动与运维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00 · 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今天只回答三个问题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不是命令大全，而是一张“差异地图 + 文档地图 + 上机检查单”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566160" cy="3246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566160" cy="73152"/>
          </a:xfrm>
          <a:prstGeom prst="rect">
            <a:avLst/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74519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325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87168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为什么找不到？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999232"/>
            <a:ext cx="3154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CX6 是家族；文档按层切；平台在迁移；版本强绑定；大量内容在 KB。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462272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63258"/>
                </a:solidFill>
                <a:latin typeface="Microsoft YaHei"/>
                <a:ea typeface="Microsoft YaHei"/>
                <a:cs typeface="Microsoft YaHei"/>
              </a:rPr>
              <a:t>对应讲义：第 1 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1691640"/>
            <a:ext cx="3566160" cy="3246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691640"/>
            <a:ext cx="3566160" cy="73152"/>
          </a:xfrm>
          <a:prstGeom prst="rect">
            <a:avLst/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7" y="1874519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7" y="2487168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差异在哪里？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7" y="2999232"/>
            <a:ext cx="3154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12 个落点：认卡、驱动、固件、命名、链路、队列、offload、RoCE、SR-IOV、DPDK、存储、调优。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7" y="4462272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对应讲义：第 3 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691640"/>
            <a:ext cx="3566160" cy="3246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691640"/>
            <a:ext cx="3566160" cy="73152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1874519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9B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487168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上机怎么查？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2999232"/>
            <a:ext cx="3154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30 分钟检查单：认卡 → 认固件 → 认驱动 → 看链路 → 验 RoCE → 开 SR-IOV。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4462272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E89B00"/>
                </a:solidFill>
                <a:latin typeface="Microsoft YaHei"/>
                <a:ea typeface="Microsoft YaHei"/>
                <a:cs typeface="Microsoft YaHei"/>
              </a:rPr>
              <a:t>对应讲义：第 6 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85232"/>
            <a:ext cx="11183112" cy="777240"/>
          </a:xfrm>
          <a:prstGeom prst="roundRect">
            <a:avLst>
              <a:gd name="adj" fmla="val 8000"/>
            </a:avLst>
          </a:prstGeom>
          <a:solidFill>
            <a:srgbClr val="EE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45896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先问“这件事归哪一层管”，再问“用哪条命令”。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01 · 认卡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第一步不是配，是认卡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“CX6”至少对应三款硅片：VPI / Dx / Lx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7589520" cy="2240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2880360"/>
                <a:gridCol w="1325880"/>
                <a:gridCol w="196596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家族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固件分支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 OPN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CX6 VPI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IB + Ethernet 双栈，200Gb/s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20.43.x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MCX653106A-HDAT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CX6 Dx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以太网 + 加密卸载，200GbE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22.4x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MCX623106AN-CDAT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CX6 Lx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低功耗以太网，50GbE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26.4x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MCX631102AN-ADAT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75320" y="1691640"/>
            <a:ext cx="3410712" cy="224028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801368"/>
            <a:ext cx="3044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FA6C0"/>
                </a:solidFill>
                <a:latin typeface="Microsoft YaHei"/>
                <a:ea typeface="Microsoft YaHei"/>
                <a:cs typeface="Microsoft YaHei"/>
              </a:rPr>
              <a:t>三条命令定位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057400"/>
            <a:ext cx="3044952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lspci -nn | grep -i mellanox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mlxfwmanager --query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ethtool -i ens1f0np0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24528"/>
            <a:ext cx="11183112" cy="932688"/>
          </a:xfrm>
          <a:prstGeom prst="roundRect">
            <a:avLst>
              <a:gd name="adj" fmla="val 8000"/>
            </a:avLst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3708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型号 / PSID / 固件分支，三者必须对齐；型号错，后面全错。
15b3:101b 常见于 VPI；101d 常见于 Dx；101f 常见于 Lx（以 lspci 为准）。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01 · 命名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一张卡，至少五个名字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排障第一步：建立 PCI ↔ netdev ↔ ibdev ↔ VF/representor ↔ MST 的映射</a:t>
            </a:r>
          </a:p>
        </p:txBody>
      </p:sp>
      <p:pic>
        <p:nvPicPr>
          <p:cNvPr id="6" name="Picture 5" descr="deck_n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71179"/>
            <a:ext cx="11183112" cy="38208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01 · 为什么找不到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不是没有文档，是文档不在一层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五个原因，每一个都对应一种“你以为它在该在的地方”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7635240" cy="7132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762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4650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家族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55648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CX6 = VPI / Dx / Lx；三套硅片、三套固件、三套文档。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05456"/>
            <a:ext cx="76352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1518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877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分层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96896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卡手册只讲硬件；RoCE/QoS/SR-IOV 在 OFED；固件参数在 MFT。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7635240" cy="7132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762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45643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438144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MLNX_OFED → DOCA-OFED；旧链接 404，命令看起来还能用。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87952"/>
            <a:ext cx="76352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7024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版本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279392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卡 ↔ PSID ↔ 固件 ↔ 驱动 ↔ OS，五元组必须对齐。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7635240" cy="7132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762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13892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1114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120640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中文“CX6 使用说明”命中产品页；英文精确标题才命中手册。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85632" y="1664208"/>
            <a:ext cx="3200400" cy="4096512"/>
          </a:xfrm>
          <a:prstGeom prst="roundRect">
            <a:avLst>
              <a:gd name="adj" fmla="val 8000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18470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把检索词换掉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21284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不要搜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432304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“CX6 使用说明”
“CX6 配置手册”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0175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改搜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236976"/>
            <a:ext cx="278892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ConnectX-6 Dx Ethernet
Adapter Cards User Manual
NVIDIA MLNX_OFED 24.10
installation
NVIDIA Firmware Tools
mlxconfig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25780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入口：docs.nvidia.com/networking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_stack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8600"/>
            <a:ext cx="10972800" cy="6172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_differe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8600"/>
            <a:ext cx="10972800" cy="6172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03 · 识别与版本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落点 1–4：先搞清楚“你是谁、你从哪来”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这一组错，后面所有配置都是错的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73152" cy="1920240"/>
          </a:xfrm>
          <a:prstGeom prst="rect">
            <a:avLst/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7393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325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78308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认卡与型号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9456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自研：一个型号一本手册。
CX6：PCI ID + Device Type + PSID 三层识别。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12724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16382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mlxfwmanager --query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66420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664208"/>
            <a:ext cx="73152" cy="1920240"/>
          </a:xfrm>
          <a:prstGeom prst="rect">
            <a:avLst/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177393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325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178308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驱动安装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19456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自研：驱动+固件一个包。
CX6：inbox mlx5_core 或 DOCA-OFED，二选一。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312724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6382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ofed_info -s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1304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13048"/>
            <a:ext cx="73152" cy="1920240"/>
          </a:xfrm>
          <a:prstGeom prst="rect">
            <a:avLst/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92277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325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393192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固件升级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34340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自研：厂商刷机工具。
CX6：MFT + 匹配 PSID 的 .mfa + mlxfwreset。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527608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531266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mlxfwmanager -u 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81304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813048"/>
            <a:ext cx="73152" cy="1920240"/>
          </a:xfrm>
          <a:prstGeom prst="rect">
            <a:avLst/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392277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325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7416" y="393192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固件参数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79" y="434340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自研：私有配置文件。
CX6：mlxconfig 读写固件 NV 配置。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79" y="527608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31266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mlxconfig q / set / backup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判读口诀：Device Type 看家族，PSID 看固件，FW 第一段看分支。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03 · 配置与数据面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落点 5–8：怎么配，配了有没有生效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同一个“口”，在五个层里有五个名字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73152" cy="1920240"/>
          </a:xfrm>
          <a:prstGeom prst="rect">
            <a:avLst/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7393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78308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设备命名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9456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netdev / ibdev / VF / representor / MST。
先用 symlink 建立映射。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12724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16382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ibdev2netdev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66420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664208"/>
            <a:ext cx="73152" cy="1920240"/>
          </a:xfrm>
          <a:prstGeom prst="rect">
            <a:avLst/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177393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178308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链路与光模块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19456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先看物理层：speed / FEC / BER / DDM。
不要先怀疑驱动。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312724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6382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mlxlink -d &lt;mst&gt; -m -c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1304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13048"/>
            <a:ext cx="73152" cy="1920240"/>
          </a:xfrm>
          <a:prstGeom prst="rect">
            <a:avLst/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92277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393192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队列与中断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34340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队列、ring、coalesce 都可调；
改队列会重置 RSS 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527608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531266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ethtool -L / -G / -C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81304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813048"/>
            <a:ext cx="73152" cy="1920240"/>
          </a:xfrm>
          <a:prstGeom prst="rect">
            <a:avLst/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392277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7416" y="393192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Offload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79" y="434340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软件 counters 有值 ≠ 硬件在做。
用 skip_sw 验证。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79" y="527608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31266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ethtool -K / tc flower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判读口诀：netdev 看流量，ibdev 看 RoCE，mlxlink 看物理层。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03 · 生态与运维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落点 9–12：怎么用，怎么证明它真的在用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这一组决定“性能”和“稳定性”，也最容易踩坑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73152" cy="1920240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7393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9B0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78308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RoCE 与 QoS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9456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PFC 必须端到端；trust 要在 SR-IOV 之前设。
RoCE 计数不在 ethtool。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12724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16382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cma_roce_mode / mlnx_qos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66420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664208"/>
            <a:ext cx="73152" cy="1920240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177393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9B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178308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SR-IOV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19456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先固件、再系统、再 switchdev；
切模式前先 unbind VF。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312724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6382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sriov_numvfs / devlink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1304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13048"/>
            <a:ext cx="73152" cy="1920240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92277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9B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393192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DPDK / OVS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34340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mlx5 是 bifurcated；
不要把 mlx5 绑到 vfio-pci。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527608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531266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testpmd -a &lt;bdf&gt;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813048"/>
            <a:ext cx="5495544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813048"/>
            <a:ext cx="73152" cy="1920240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392277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9B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7416" y="3931920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调优与监控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79" y="4343400"/>
            <a:ext cx="516635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四个计数器来源：ethtool / IB sysfs /
mlxlink / devlink health。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79" y="5276088"/>
            <a:ext cx="5166359" cy="329184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31266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8E1EE"/>
                </a:solidFill>
                <a:latin typeface="Consolas"/>
                <a:ea typeface="Consolas"/>
                <a:cs typeface="Consolas"/>
              </a:rPr>
              <a:t>ethtool -S / devlink health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判读口诀：RoCE 看 IB sysfs，SR-IOV 看 devlink port，DPDK 看 PMD 日志。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04 · 文件与参数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所谓“文件系统参数”，在 CX6 上是什么？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网卡没有文件系统；你要找的是 /sys、/etc、/dev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83112" cy="397763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94760"/>
                <a:gridCol w="5989320"/>
                <a:gridCol w="1399032"/>
              </a:tblGrid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配置对象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CX6 位置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重启后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 / MTU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NetworkManager / systemd-networkd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队列 / ring / coalesce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ethtool（运行时）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丢失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SR-IOV VF 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/sys/class/net/&lt;if&gt;/device/sriov_numvfs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丢失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SRIOV_EN / NUM_OF_VFS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mlxconfig（固件 NV 配置）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RoCE / PFC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cma_roce_mode / mlnx_qos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丢失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memlock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/etc/security/limits.d/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sysctl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/etc/sysctl.d/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419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udev 命名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/etc/udev/rules.d/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固化三件套：udev rule · systemd oneshot · NetworkManager dispatcher。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04 · 持久化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哪些重启会丢？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把运行时配置变成持久配置，是上机的最后一公里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495544" cy="4160520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会丢（运行时）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498348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719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12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队列 / ring / coalesce（ethtool）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719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12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SR-IOV VF 数（sriov_numvfs）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719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12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VF MAC / VLAN / trust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719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12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RoCE 模式 / PFC / DSCP 映射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719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12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hugepages（未写 cmdline 时）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645920"/>
            <a:ext cx="5495544" cy="4160520"/>
          </a:xfrm>
          <a:prstGeom prst="roundRect">
            <a:avLst>
              <a:gd name="adj" fmla="val 8000"/>
            </a:avLst>
          </a:prstGeom>
          <a:solidFill>
            <a:srgbClr val="EE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828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会保留（固件 / 系统配置）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267712"/>
            <a:ext cx="498348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719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12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SRIOV_EN / NUM_OF_VFS（mlxconfig）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719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12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memlock（limits.conf）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719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12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sysctl（sysctl.d）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719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12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udev 命名规则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719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12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modprobe 参数（需 initramfs）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618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判断标准：命令改的是“寄存器/驱动状态”，还是“固件/配置文件”？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_doc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8600"/>
            <a:ext cx="10972800" cy="6172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05 · 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如果只读 6 份，读这 6 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完整 14 份清单在讲义第 5 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73152" cy="1828800"/>
          </a:xfrm>
          <a:prstGeom prst="rect">
            <a:avLst/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965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6325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85623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CX6 Dx 用户手册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上架、接口、规格、固件升级、排障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9008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63258"/>
                </a:solidFill>
                <a:latin typeface="Microsoft YaHei"/>
                <a:ea typeface="Microsoft YaHei"/>
                <a:cs typeface="Microsoft YaHei"/>
              </a:rPr>
              <a:t>Interfaces / Firmware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16916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691640"/>
            <a:ext cx="73152" cy="1828800"/>
          </a:xfrm>
          <a:prstGeom prst="rect">
            <a:avLst/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1965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185623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MLNX_OFED 24.10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231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安装、RoCE、QoS、SR-IOV、OVS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99008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Installation / Ethernet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6916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691640"/>
            <a:ext cx="73152" cy="1828800"/>
          </a:xfrm>
          <a:prstGeom prst="rect">
            <a:avLst/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81965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185623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DOCA-OFED 迁移指南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4231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为什么改名、怎么迁、时间线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99008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Timeline / Profiles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49039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749039"/>
            <a:ext cx="73152" cy="1828800"/>
          </a:xfrm>
          <a:prstGeom prst="rect">
            <a:avLst/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77055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6325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13631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MFT / mlxconfig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80559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固件参数、升级、链路诊断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04748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63258"/>
                </a:solidFill>
                <a:latin typeface="Microsoft YaHei"/>
                <a:ea typeface="Microsoft YaHei"/>
                <a:cs typeface="Microsoft YaHei"/>
              </a:rPr>
              <a:t>mlxconfig / mlxfwmanager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59" y="3749039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3749039"/>
            <a:ext cx="73152" cy="1828800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877055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9B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65192" y="3913631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mlxlink / mlxcables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480559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物理层、FEC、BER、光模块 DDM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04748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9B00"/>
                </a:solidFill>
                <a:latin typeface="Microsoft YaHei"/>
                <a:ea typeface="Microsoft YaHei"/>
                <a:cs typeface="Microsoft YaHei"/>
              </a:rPr>
              <a:t>Queries / DDM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3749039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0" y="3749039"/>
            <a:ext cx="73152" cy="1828800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79" y="3877055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9B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14232" y="3913631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DPDK mlx5 PMD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4480559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数据面、flow steering、调优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504748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9B00"/>
                </a:solidFill>
                <a:latin typeface="Microsoft YaHei"/>
                <a:ea typeface="Microsoft YaHei"/>
                <a:cs typeface="Microsoft YaHei"/>
              </a:rPr>
              <a:t>Configuration / Tuning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8978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入口：docs.nvidia.com/networking  ·  networking-docs.nvidia.com  ·  enterprise-support.nvidia.com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05 · 按任务找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不要从“文档目录”开始，从“任务”开始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同一个任务，通常只需要看一份文档的一章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64208"/>
          <a:ext cx="11183112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120"/>
                <a:gridCol w="4160520"/>
                <a:gridCol w="3776472"/>
              </a:tblGrid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你要做的事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先看这份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关键章节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上架 / 规格 / 接线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CX6 / Dx 用户手册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Interfaces / Specifications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装驱动、选版本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MLNX_OFED 24.10 安装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Installation / Supported OS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固件升级 / 改参数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MFT 手册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mlxfwmanager / mlxconfig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RoCE / PFC / QoS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OFED Ethernet Network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RoCE / QoS / ECN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SR-IOV / switchdev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OFED Virtualization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SR-IOV / Representor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DPDK / OVS 卸载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DPDK mlx5 PMD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Configuration / Rx-Tx Tuning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卡手册解决“物理”，OFED 解决“协议与配置”，MFT 解决“固件”，DPDK/OVS 解决“数据面”。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05 · 版本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年的版本选择：别把三条线混在一起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MLNX_OFED 已进入维护期，DOCA-OFED 是新主线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21408"/>
            <a:ext cx="11183112" cy="54864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29968"/>
            <a:ext cx="237744" cy="237744"/>
          </a:xfrm>
          <a:prstGeom prst="roundRect">
            <a:avLst>
              <a:gd name="adj" fmla="val 8000"/>
            </a:avLst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3258"/>
                </a:solidFill>
                <a:latin typeface="Microsoft YaHei"/>
                <a:ea typeface="Microsoft YaHei"/>
                <a:cs typeface="Microsoft YaHei"/>
              </a:rPr>
              <a:t>2024-10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MLNX_OFED
最后独立版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029968"/>
            <a:ext cx="237744" cy="237744"/>
          </a:xfrm>
          <a:prstGeom prst="roundRect">
            <a:avLst>
              <a:gd name="adj" fmla="val 8000"/>
            </a:avLst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508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2025-01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39572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新功能
只进 DOCA-OFED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029968"/>
            <a:ext cx="237744" cy="237744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508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2027-10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39572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MLNX_OFED
EOL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246120"/>
          <a:ext cx="11183112" cy="1508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2103120"/>
                <a:gridCol w="2743200"/>
                <a:gridCol w="3319272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96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固件分支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DOCA 3.2.3 捆绑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ConnectX-6 VPI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20.43.x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20.43.8016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存量用 24.10 LTS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ConnectX-6 Dx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22.4x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22.47.3576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新部署 DOCA-OFED 3.x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1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ConnectX-6 Lx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26.4x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26.47.3576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OS 支持矩阵选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5074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三个不要：不要混装 inbox/OFED；不要跨 PSID 刷固件；不要只看驱动不看固件。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4068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DOCA 3.2+ 使用 DKMS 源码编译，NVIDIA 不再签驱动；Secure Boot 环境要提前规划 MOK/签名。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06 · 上机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30 分钟检查单：先建立映射，再谈性能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六步，每步一条命令，先跑通再调优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719072" cy="2331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0116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48716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认卡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926080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5F6C80"/>
                </a:solidFill>
                <a:latin typeface="Consolas"/>
                <a:ea typeface="Consolas"/>
                <a:cs typeface="Consolas"/>
              </a:rPr>
              <a:t>lspci -nn | grep -i mellanox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1874519"/>
            <a:ext cx="1719072" cy="2331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3744" y="20116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248716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认固件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2926080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5F6C80"/>
                </a:solidFill>
                <a:latin typeface="Consolas"/>
                <a:ea typeface="Consolas"/>
                <a:cs typeface="Consolas"/>
              </a:rPr>
              <a:t>mlxfwmanager --query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1874519"/>
            <a:ext cx="1719072" cy="2331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20116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48716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认驱动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5" y="2926080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5F6C80"/>
                </a:solidFill>
                <a:latin typeface="Consolas"/>
                <a:ea typeface="Consolas"/>
                <a:cs typeface="Consolas"/>
              </a:rPr>
              <a:t>ofed_info -s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1874519"/>
            <a:ext cx="1719072" cy="2331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3" y="20116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3" y="248716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看链路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5" y="2926080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5F6C80"/>
                </a:solidFill>
                <a:latin typeface="Consolas"/>
                <a:ea typeface="Consolas"/>
                <a:cs typeface="Consolas"/>
              </a:rPr>
              <a:t>mlxlink -d &lt;mst&gt; -m -c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874519"/>
            <a:ext cx="1719072" cy="2331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20116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248716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验 RoCE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6" y="2926080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5F6C80"/>
                </a:solidFill>
                <a:latin typeface="Consolas"/>
                <a:ea typeface="Consolas"/>
                <a:cs typeface="Consolas"/>
              </a:rPr>
              <a:t>ibv_devinfo / ibv_rc_pingpong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1874519"/>
            <a:ext cx="1719072" cy="2331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1824" y="20116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1824" y="248716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 SR-IOV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2926080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5F6C80"/>
                </a:solidFill>
                <a:latin typeface="Consolas"/>
                <a:ea typeface="Consolas"/>
                <a:cs typeface="Consolas"/>
              </a:rPr>
              <a:t>sriov_numvfs / devlink 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2628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判读顺序：有没有 link → speed/FEC/BER 是否正常 → GID 是否 v2 → VF 是否能创建。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074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E8000"/>
                </a:solidFill>
                <a:latin typeface="Microsoft YaHei"/>
                <a:ea typeface="Microsoft YaHei"/>
                <a:cs typeface="Microsoft YaHei"/>
              </a:rPr>
              <a:t>先记录基线（吞吐/延迟/BER），再做任何调优；否则你无法证明调优有效。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07 · 高频坑（上）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五个最常见的“一开始就错”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这些错误会让后面的所有步骤都失去意义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64208"/>
          <a:ext cx="11183112" cy="397763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60520"/>
                <a:gridCol w="3520440"/>
                <a:gridCol w="3502152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根因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 Dx 当 VPI，刷固件失败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型号 / PSID 不匹配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 query PSID，再下固件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ethtool -i 与 ofed_info 对不上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inbox 与 OFED 混装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卸掉一套，只留一套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只升驱动不升固件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新功能依赖新固件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按兼容矩阵成对升级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mlxconfig 改完不生效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没重启 / 没 mlxfwreset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 后 reset，或重启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SR-IOV 创建 VF 失败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BIOS 未开 4G/IOMMU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 above 4G + VT-d + iommu=pt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三条铁律：型号不对不做；驱动与固件成对升级；改完先问“运行时还是固件”。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07 · 高频坑（下）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五个最容易“配了但没生效”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问题通常不在命令，而在“层”搞错了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64208"/>
          <a:ext cx="11183112" cy="397763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60520"/>
                <a:gridCol w="3520440"/>
                <a:gridCol w="3502152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根因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73152" marR="54864" marT="27432" marB="27432" anchor="ctr">
                    <a:solidFill>
                      <a:srgbClr val="0B1F3A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 switchdev 失败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VF 还被驱动占用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 unbind 所有 VF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RoCE 丢包 / 重传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交换机没配 PFC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端到端同优先级开 PFC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 RoCE 丢包计数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看错计数器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 IB sysfs 的 counters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DPDK 起不来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 mlx5 绑到 vfio-pci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mlx5_core，用 -a &lt;bdf&gt;</a:t>
                      </a:r>
                    </a:p>
                  </a:txBody>
                  <a:tcPr marL="73152" marR="54864" marT="27432" marB="27432" anchor="ctr">
                    <a:solidFill>
                      <a:srgbClr val="F4F7FA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跨型号刷固件变砖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只看文件名不看 PSID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 i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永远按 PSID 匹配 + 先备份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排障顺序：物理层 → 驱动/固件 → 配置 → 协议 → 应用。不要跳层。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08 · 课程设计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90 分钟怎么讲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如果只有 45 分钟：讲第 1、3、5 章，第 6 章留作课后材料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740664" cy="502920"/>
          </a:xfrm>
          <a:prstGeom prst="rect">
            <a:avLst/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2176272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0–5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237744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2103120"/>
            <a:ext cx="1837943" cy="502920"/>
          </a:xfrm>
          <a:prstGeom prst="rect">
            <a:avLst/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2176272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5–20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456" y="2377440"/>
            <a:ext cx="1783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03120"/>
            <a:ext cx="2478024" cy="502920"/>
          </a:xfrm>
          <a:prstGeom prst="rect">
            <a:avLst/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82696" y="21762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20–40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237744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差异地图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2103120"/>
            <a:ext cx="1837943" cy="502920"/>
          </a:xfrm>
          <a:prstGeom prst="rect">
            <a:avLst/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3016" y="2176272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40–55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3016" y="2377440"/>
            <a:ext cx="1783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 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2103120"/>
            <a:ext cx="1837943" cy="502920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63255" y="2176272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55–70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5" y="2377440"/>
            <a:ext cx="1783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文档地图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20" y="2103120"/>
            <a:ext cx="1472184" cy="502920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83496" y="2176272"/>
            <a:ext cx="14173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70–82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6" y="2377440"/>
            <a:ext cx="1417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排障演练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01400" y="2103120"/>
            <a:ext cx="420624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37976" y="21762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82–90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7976" y="23774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971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每个模块的产出：一张图、一条命令、一份文档、一个坑。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49039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91363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讲完能做什么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370832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认卡、找文档、按检查单上机；不追求背命令。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59" y="3749039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3127" y="391363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现场演示什么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7" y="4370832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认卡、mlxlink、ibv_devinfo、sriov_numvfs、testpmd。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3749039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02168" y="391363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课后留什么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8" y="4370832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12 步检查单 + 14 份文档清单 + 12 个坑。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806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讲义第 8 章含完整时间表、演示脚本、互动问题与课后作业。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91440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09 · 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资料入口：把这几条链接带走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完整 14 份清单与可点击链接见《CX6文档地图.md》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566160" cy="17647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73152" cy="1764792"/>
          </a:xfrm>
          <a:prstGeom prst="rect">
            <a:avLst/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965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文档总入口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163258"/>
                </a:solidFill>
                <a:latin typeface="Consolas"/>
                <a:ea typeface="Consolas"/>
                <a:cs typeface="Consolas"/>
              </a:rPr>
              <a:t>docs.nvidia.com/networking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所有手册/固件/工具的起点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691640"/>
            <a:ext cx="3566160" cy="17647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691640"/>
            <a:ext cx="73152" cy="1764792"/>
          </a:xfrm>
          <a:prstGeom prst="rect">
            <a:avLst/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81965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CX6 Dx 手册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6712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4E8000"/>
                </a:solidFill>
                <a:latin typeface="Consolas"/>
                <a:ea typeface="Consolas"/>
                <a:cs typeface="Consolas"/>
              </a:rPr>
              <a:t>networking-docs.nvidia.com/
connectx6dxhw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80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上架、规格、固件升级、排障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91640"/>
            <a:ext cx="3566160" cy="17647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691640"/>
            <a:ext cx="73152" cy="1764792"/>
          </a:xfrm>
          <a:prstGeom prst="rect">
            <a:avLst/>
          </a:prstGeom>
          <a:solidFill>
            <a:srgbClr val="4E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81965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OFED 24.10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16712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4E8000"/>
                </a:solidFill>
                <a:latin typeface="Consolas"/>
                <a:ea typeface="Consolas"/>
                <a:cs typeface="Consolas"/>
              </a:rPr>
              <a:t>networking-docs.nvidia.com/
mlnxofedswum/24101140lts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880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安装、RoCE、QoS、SR-IOV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57600"/>
            <a:ext cx="3566160" cy="17647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57600"/>
            <a:ext cx="73152" cy="1764792"/>
          </a:xfrm>
          <a:prstGeom prst="rect">
            <a:avLst/>
          </a:prstGeom>
          <a:solidFill>
            <a:srgbClr val="16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85615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MFT / mlxconfig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133087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163258"/>
                </a:solidFill>
                <a:latin typeface="Consolas"/>
                <a:ea typeface="Consolas"/>
                <a:cs typeface="Consolas"/>
              </a:rPr>
              <a:t>networking-docs.nvidia.com/
mftswum/434118lts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463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固件参数、刷机、链路诊断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59" y="3657600"/>
            <a:ext cx="3566160" cy="17647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3657600"/>
            <a:ext cx="73152" cy="1764792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785615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DPDK mlx5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133087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E89B00"/>
                </a:solidFill>
                <a:latin typeface="Consolas"/>
                <a:ea typeface="Consolas"/>
                <a:cs typeface="Consolas"/>
              </a:rPr>
              <a:t>doc.dpdk.org/guides/
nics/mlx5.html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8463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数据面、flow steering、调优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3657600"/>
            <a:ext cx="3566160" cy="17647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889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1000" y="3657600"/>
            <a:ext cx="73152" cy="1764792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3785615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 KB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133087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E89B00"/>
                </a:solidFill>
                <a:latin typeface="Consolas"/>
                <a:ea typeface="Consolas"/>
                <a:cs typeface="Consolas"/>
              </a:rPr>
              <a:t>enterprise-support.nvidia.com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8463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调优、计数器、配置示例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852160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F6C80"/>
                </a:solidFill>
                <a:latin typeface="Microsoft YaHei"/>
                <a:ea typeface="Microsoft YaHei"/>
                <a:cs typeface="Microsoft YaHei"/>
              </a:rPr>
              <a:t>建议：把《CX6文档地图.md》发给学员，链接可直接点击。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92240"/>
            <a:ext cx="11183112" cy="1097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从自研网卡到 NVIDIA ConnectX-6  ·  课程讲义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54710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6A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带走三句话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295144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CX6 不是一张卡，是一个家族。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679191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E2"/>
                </a:solidFill>
                <a:latin typeface="Microsoft YaHei"/>
                <a:ea typeface="Microsoft YaHei"/>
                <a:cs typeface="Microsoft YaHei"/>
              </a:rPr>
              <a:t>VPI / Dx / Lx，三套固件、三套文档；先认卡，再谈配置。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6616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529584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文档按层找，不按卡找。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91363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E2"/>
                </a:solidFill>
                <a:latin typeface="Microsoft YaHei"/>
                <a:ea typeface="Microsoft YaHei"/>
                <a:cs typeface="Microsoft YaHei"/>
              </a:rPr>
              <a:t>卡手册 / OFED / MFT / DPDK / KB；每层回答不同的问题。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6B9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764024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先认卡、再认栈、最后才调优。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14807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E2"/>
                </a:solidFill>
                <a:latin typeface="Microsoft YaHei"/>
                <a:ea typeface="Microsoft YaHei"/>
                <a:cs typeface="Microsoft YaHei"/>
              </a:rPr>
              <a:t>型号、PSID、固件、驱动、OS 五元组对齐，调优才有意义。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6188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A6C0"/>
                </a:solidFill>
                <a:latin typeface="Microsoft YaHei"/>
                <a:ea typeface="Microsoft YaHei"/>
                <a:cs typeface="Microsoft YaHei"/>
              </a:rPr>
              <a:t>谢谢  ·  Q&amp;A  ·  资料：docs.nvidia.com/networking  |  networking-docs.nvidia.com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